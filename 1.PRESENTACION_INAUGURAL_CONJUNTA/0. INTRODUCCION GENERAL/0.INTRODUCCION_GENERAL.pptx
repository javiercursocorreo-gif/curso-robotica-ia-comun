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07" autoAdjust="0"/>
  </p:normalViewPr>
  <p:slideViewPr>
    <p:cSldViewPr>
      <p:cViewPr varScale="1">
        <p:scale>
          <a:sx n="93" d="100"/>
          <a:sy n="93" d="100"/>
        </p:scale>
        <p:origin x="69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javiercursocorreo-gif.github.io/Curso-Robotica-IA-Comun/#genera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C3A7866-4EAD-2314-A96A-58B4C676E9AB}"/>
              </a:ext>
            </a:extLst>
          </p:cNvPr>
          <p:cNvSpPr txBox="1"/>
          <p:nvPr/>
        </p:nvSpPr>
        <p:spPr>
          <a:xfrm>
            <a:off x="5956300" y="-7441"/>
            <a:ext cx="4343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b="1" dirty="0">
                <a:hlinkClick r:id="rId3"/>
              </a:rPr>
              <a:t>ÍNDICE GENERAL </a:t>
            </a:r>
            <a:endParaRPr lang="es-ES" sz="4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Personalizado</PresentationFormat>
  <Paragraphs>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Microsoft Office User</cp:lastModifiedBy>
  <cp:revision>2</cp:revision>
  <dcterms:created xsi:type="dcterms:W3CDTF">2006-08-16T00:00:00Z</dcterms:created>
  <dcterms:modified xsi:type="dcterms:W3CDTF">2026-09-13T18:24:09Z</dcterms:modified>
</cp:coreProperties>
</file>