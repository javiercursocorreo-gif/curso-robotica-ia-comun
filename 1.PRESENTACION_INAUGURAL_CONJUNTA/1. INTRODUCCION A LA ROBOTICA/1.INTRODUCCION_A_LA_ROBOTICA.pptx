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7" autoAdjust="0"/>
  </p:normalViewPr>
  <p:slideViewPr>
    <p:cSldViewPr>
      <p:cViewPr varScale="1">
        <p:scale>
          <a:sx n="93" d="100"/>
          <a:sy n="93" d="100"/>
        </p:scale>
        <p:origin x="69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javiercursocorreo-gif.github.io/Curso-Robotica-IA-Comun/#robotic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289B057-E84B-FE42-73B4-0521D271156E}"/>
              </a:ext>
            </a:extLst>
          </p:cNvPr>
          <p:cNvSpPr txBox="1"/>
          <p:nvPr/>
        </p:nvSpPr>
        <p:spPr>
          <a:xfrm>
            <a:off x="5156200" y="38100"/>
            <a:ext cx="82365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ÍNDICE CURSO DE ROBÓTICA </a:t>
            </a:r>
            <a:endParaRPr lang="es-ES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</Words>
  <Application>Microsoft Macintosh PowerPoint</Application>
  <PresentationFormat>Personalizado</PresentationFormat>
  <Paragraphs>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Microsoft Office User</cp:lastModifiedBy>
  <cp:revision>2</cp:revision>
  <dcterms:created xsi:type="dcterms:W3CDTF">2006-08-16T00:00:00Z</dcterms:created>
  <dcterms:modified xsi:type="dcterms:W3CDTF">2026-09-13T18:26:39Z</dcterms:modified>
</cp:coreProperties>
</file>